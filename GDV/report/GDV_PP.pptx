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3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5532" autoAdjust="0"/>
  </p:normalViewPr>
  <p:slideViewPr>
    <p:cSldViewPr snapToGrid="0" snapToObjects="1">
      <p:cViewPr varScale="1">
        <p:scale>
          <a:sx n="65" d="100"/>
          <a:sy n="65" d="100"/>
        </p:scale>
        <p:origin x="1773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33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Good</a:t>
            </a:r>
            <a:r>
              <a:rPr lang="de-CH" dirty="0"/>
              <a:t> </a:t>
            </a:r>
            <a:r>
              <a:rPr lang="de-CH" dirty="0" err="1"/>
              <a:t>afternoon</a:t>
            </a:r>
            <a:r>
              <a:rPr lang="de-CH" dirty="0"/>
              <a:t>. My </a:t>
            </a:r>
            <a:r>
              <a:rPr lang="de-CH" dirty="0" err="1"/>
              <a:t>project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called</a:t>
            </a:r>
            <a:r>
              <a:rPr lang="de-CH" dirty="0"/>
              <a:t> “</a:t>
            </a:r>
            <a:r>
              <a:rPr lang="de-CH" dirty="0" err="1"/>
              <a:t>Attack</a:t>
            </a:r>
            <a:r>
              <a:rPr lang="de-CH" dirty="0"/>
              <a:t> </a:t>
            </a:r>
            <a:r>
              <a:rPr lang="de-CH" dirty="0" err="1"/>
              <a:t>patterns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2022 FIFA World Cup”.</a:t>
            </a:r>
          </a:p>
          <a:p>
            <a:r>
              <a:rPr lang="de-CH" dirty="0"/>
              <a:t>The </a:t>
            </a:r>
            <a:r>
              <a:rPr lang="de-CH" dirty="0" err="1"/>
              <a:t>goal</a:t>
            </a:r>
            <a:r>
              <a:rPr lang="de-CH" dirty="0"/>
              <a:t> was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use</a:t>
            </a:r>
            <a:r>
              <a:rPr lang="de-CH" dirty="0"/>
              <a:t> professional </a:t>
            </a:r>
            <a:r>
              <a:rPr lang="de-CH" dirty="0" err="1"/>
              <a:t>football</a:t>
            </a:r>
            <a:r>
              <a:rPr lang="de-CH" dirty="0"/>
              <a:t> </a:t>
            </a:r>
            <a:r>
              <a:rPr lang="de-CH" dirty="0" err="1"/>
              <a:t>event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and turn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into</a:t>
            </a:r>
            <a:r>
              <a:rPr lang="de-CH" dirty="0"/>
              <a:t> simple </a:t>
            </a:r>
            <a:r>
              <a:rPr lang="de-CH" dirty="0" err="1"/>
              <a:t>visualizations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amateur</a:t>
            </a:r>
            <a:r>
              <a:rPr lang="de-CH" dirty="0"/>
              <a:t> </a:t>
            </a:r>
            <a:r>
              <a:rPr lang="de-CH" dirty="0" err="1"/>
              <a:t>coaches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understand</a:t>
            </a:r>
            <a:r>
              <a:rPr lang="de-CH" dirty="0"/>
              <a:t>. I </a:t>
            </a:r>
            <a:r>
              <a:rPr lang="de-CH" dirty="0" err="1"/>
              <a:t>did</a:t>
            </a:r>
            <a:r>
              <a:rPr lang="de-CH" dirty="0"/>
              <a:t> not </a:t>
            </a:r>
            <a:r>
              <a:rPr lang="de-CH" dirty="0" err="1"/>
              <a:t>want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build</a:t>
            </a:r>
            <a:r>
              <a:rPr lang="de-CH" dirty="0"/>
              <a:t> a </a:t>
            </a:r>
            <a:r>
              <a:rPr lang="de-CH" dirty="0" err="1"/>
              <a:t>prediction</a:t>
            </a:r>
            <a:r>
              <a:rPr lang="de-CH" dirty="0"/>
              <a:t> </a:t>
            </a:r>
            <a:r>
              <a:rPr lang="de-CH" dirty="0" err="1"/>
              <a:t>model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prove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one</a:t>
            </a:r>
            <a:r>
              <a:rPr lang="de-CH" dirty="0"/>
              <a:t> </a:t>
            </a:r>
            <a:r>
              <a:rPr lang="de-CH" dirty="0" err="1"/>
              <a:t>tactic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always</a:t>
            </a:r>
            <a:r>
              <a:rPr lang="de-CH" dirty="0"/>
              <a:t> </a:t>
            </a:r>
            <a:r>
              <a:rPr lang="de-CH" dirty="0" err="1"/>
              <a:t>better</a:t>
            </a:r>
            <a:r>
              <a:rPr lang="de-CH" dirty="0"/>
              <a:t>. The </a:t>
            </a:r>
            <a:r>
              <a:rPr lang="de-CH" dirty="0" err="1"/>
              <a:t>idea</a:t>
            </a:r>
            <a:r>
              <a:rPr lang="de-CH" dirty="0"/>
              <a:t> was </a:t>
            </a:r>
            <a:r>
              <a:rPr lang="de-CH" dirty="0" err="1"/>
              <a:t>more</a:t>
            </a:r>
            <a:r>
              <a:rPr lang="de-CH" dirty="0"/>
              <a:t> </a:t>
            </a:r>
            <a:r>
              <a:rPr lang="de-CH" dirty="0" err="1"/>
              <a:t>practical</a:t>
            </a:r>
            <a:r>
              <a:rPr lang="de-CH" dirty="0"/>
              <a:t>: </a:t>
            </a:r>
            <a:r>
              <a:rPr lang="de-CH" dirty="0" err="1"/>
              <a:t>to</a:t>
            </a:r>
            <a:r>
              <a:rPr lang="de-CH" dirty="0"/>
              <a:t> find </a:t>
            </a:r>
            <a:r>
              <a:rPr lang="de-CH" dirty="0" err="1"/>
              <a:t>patterns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lead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useful</a:t>
            </a:r>
            <a:r>
              <a:rPr lang="de-CH" dirty="0"/>
              <a:t> </a:t>
            </a:r>
            <a:r>
              <a:rPr lang="de-CH" dirty="0" err="1"/>
              <a:t>training</a:t>
            </a:r>
            <a:r>
              <a:rPr lang="de-CH" dirty="0"/>
              <a:t> </a:t>
            </a:r>
            <a:r>
              <a:rPr lang="de-CH" dirty="0" err="1"/>
              <a:t>discussions</a:t>
            </a:r>
            <a:r>
              <a:rPr lang="de-CH" dirty="0"/>
              <a:t>.</a:t>
            </a:r>
          </a:p>
          <a:p>
            <a:r>
              <a:rPr lang="de-CH" dirty="0"/>
              <a:t>The </a:t>
            </a:r>
            <a:r>
              <a:rPr lang="de-CH" dirty="0" err="1"/>
              <a:t>focus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on </a:t>
            </a:r>
            <a:r>
              <a:rPr lang="de-CH" dirty="0" err="1"/>
              <a:t>regular</a:t>
            </a:r>
            <a:r>
              <a:rPr lang="de-CH" dirty="0"/>
              <a:t> </a:t>
            </a:r>
            <a:r>
              <a:rPr lang="de-CH" dirty="0" err="1"/>
              <a:t>attacking</a:t>
            </a:r>
            <a:r>
              <a:rPr lang="de-CH" dirty="0"/>
              <a:t> </a:t>
            </a:r>
            <a:r>
              <a:rPr lang="de-CH" dirty="0" err="1"/>
              <a:t>sequences</a:t>
            </a:r>
            <a:r>
              <a:rPr lang="de-CH" dirty="0"/>
              <a:t>, </a:t>
            </a:r>
            <a:r>
              <a:rPr lang="de-CH" dirty="0" err="1"/>
              <a:t>especially</a:t>
            </a:r>
            <a:r>
              <a:rPr lang="de-CH" dirty="0"/>
              <a:t>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many</a:t>
            </a:r>
            <a:r>
              <a:rPr lang="de-CH" dirty="0"/>
              <a:t> </a:t>
            </a:r>
            <a:r>
              <a:rPr lang="de-CH" dirty="0" err="1"/>
              <a:t>completed</a:t>
            </a:r>
            <a:r>
              <a:rPr lang="de-CH" dirty="0"/>
              <a:t> </a:t>
            </a:r>
            <a:r>
              <a:rPr lang="de-CH" dirty="0" err="1"/>
              <a:t>passes</a:t>
            </a:r>
            <a:r>
              <a:rPr lang="de-CH" dirty="0"/>
              <a:t> happen </a:t>
            </a:r>
            <a:r>
              <a:rPr lang="de-CH" dirty="0" err="1"/>
              <a:t>before</a:t>
            </a:r>
            <a:r>
              <a:rPr lang="de-CH" dirty="0"/>
              <a:t> a </a:t>
            </a:r>
            <a:r>
              <a:rPr lang="de-CH" dirty="0" err="1"/>
              <a:t>shot</a:t>
            </a:r>
            <a:r>
              <a:rPr lang="de-CH" dirty="0"/>
              <a:t>,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teams</a:t>
            </a:r>
            <a:r>
              <a:rPr lang="de-CH" dirty="0"/>
              <a:t> </a:t>
            </a:r>
            <a:r>
              <a:rPr lang="de-CH" dirty="0" err="1"/>
              <a:t>enter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final </a:t>
            </a:r>
            <a:r>
              <a:rPr lang="de-CH" dirty="0" err="1"/>
              <a:t>third</a:t>
            </a:r>
            <a:r>
              <a:rPr lang="de-CH" dirty="0"/>
              <a:t>, and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chance</a:t>
            </a:r>
            <a:r>
              <a:rPr lang="de-CH" dirty="0"/>
              <a:t> </a:t>
            </a:r>
            <a:r>
              <a:rPr lang="de-CH" dirty="0" err="1"/>
              <a:t>quality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create</a:t>
            </a:r>
            <a:r>
              <a:rPr lang="de-CH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My </a:t>
            </a:r>
            <a:r>
              <a:rPr lang="de-CH" dirty="0" err="1"/>
              <a:t>research</a:t>
            </a:r>
            <a:r>
              <a:rPr lang="de-CH" dirty="0"/>
              <a:t> </a:t>
            </a:r>
            <a:r>
              <a:rPr lang="de-CH" dirty="0" err="1"/>
              <a:t>question</a:t>
            </a:r>
            <a:r>
              <a:rPr lang="de-CH" dirty="0"/>
              <a:t> was: </a:t>
            </a:r>
            <a:r>
              <a:rPr lang="de-CH" dirty="0" err="1"/>
              <a:t>Which</a:t>
            </a:r>
            <a:r>
              <a:rPr lang="de-CH" dirty="0"/>
              <a:t> simple </a:t>
            </a:r>
            <a:r>
              <a:rPr lang="de-CH" dirty="0" err="1"/>
              <a:t>attacking</a:t>
            </a:r>
            <a:r>
              <a:rPr lang="de-CH" dirty="0"/>
              <a:t> </a:t>
            </a:r>
            <a:r>
              <a:rPr lang="de-CH" dirty="0" err="1"/>
              <a:t>patterns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2022 FIFA World Cup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amateur</a:t>
            </a:r>
            <a:r>
              <a:rPr lang="de-CH" dirty="0"/>
              <a:t> </a:t>
            </a:r>
            <a:r>
              <a:rPr lang="de-CH" dirty="0" err="1"/>
              <a:t>coaches</a:t>
            </a:r>
            <a:r>
              <a:rPr lang="de-CH" dirty="0"/>
              <a:t> </a:t>
            </a:r>
            <a:r>
              <a:rPr lang="de-CH" dirty="0" err="1"/>
              <a:t>use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training</a:t>
            </a:r>
            <a:r>
              <a:rPr lang="de-CH" dirty="0"/>
              <a:t> </a:t>
            </a:r>
            <a:r>
              <a:rPr lang="de-CH" dirty="0" err="1"/>
              <a:t>ideas</a:t>
            </a:r>
            <a:r>
              <a:rPr lang="de-CH" dirty="0"/>
              <a:t>?</a:t>
            </a:r>
          </a:p>
          <a:p>
            <a:r>
              <a:rPr lang="de-CH" dirty="0"/>
              <a:t>I </a:t>
            </a: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StatsBomb</a:t>
            </a:r>
            <a:r>
              <a:rPr lang="de-CH" dirty="0"/>
              <a:t> </a:t>
            </a:r>
            <a:r>
              <a:rPr lang="de-CH" dirty="0" err="1"/>
              <a:t>event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FIFA World Cup 2022. The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contains</a:t>
            </a:r>
            <a:r>
              <a:rPr lang="de-CH" dirty="0"/>
              <a:t> </a:t>
            </a:r>
            <a:r>
              <a:rPr lang="de-CH" dirty="0" err="1"/>
              <a:t>actions</a:t>
            </a:r>
            <a:r>
              <a:rPr lang="de-CH" dirty="0"/>
              <a:t> on </a:t>
            </a:r>
            <a:r>
              <a:rPr lang="de-CH" dirty="0" err="1"/>
              <a:t>the</a:t>
            </a:r>
            <a:r>
              <a:rPr lang="de-CH" dirty="0"/>
              <a:t> ball,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example</a:t>
            </a:r>
            <a:r>
              <a:rPr lang="de-CH" dirty="0"/>
              <a:t> </a:t>
            </a:r>
            <a:r>
              <a:rPr lang="de-CH" dirty="0" err="1"/>
              <a:t>passes</a:t>
            </a:r>
            <a:r>
              <a:rPr lang="de-CH" dirty="0"/>
              <a:t>, </a:t>
            </a:r>
            <a:r>
              <a:rPr lang="de-CH" dirty="0" err="1"/>
              <a:t>carries</a:t>
            </a:r>
            <a:r>
              <a:rPr lang="de-CH" dirty="0"/>
              <a:t> and </a:t>
            </a:r>
            <a:r>
              <a:rPr lang="de-CH" dirty="0" err="1"/>
              <a:t>shots</a:t>
            </a:r>
            <a:r>
              <a:rPr lang="de-CH" dirty="0"/>
              <a:t>, </a:t>
            </a:r>
            <a:r>
              <a:rPr lang="de-CH" dirty="0" err="1"/>
              <a:t>including</a:t>
            </a:r>
            <a:r>
              <a:rPr lang="de-CH" dirty="0"/>
              <a:t> pitch </a:t>
            </a:r>
            <a:r>
              <a:rPr lang="de-CH" dirty="0" err="1"/>
              <a:t>locations</a:t>
            </a:r>
            <a:r>
              <a:rPr lang="de-CH" dirty="0"/>
              <a:t> and </a:t>
            </a:r>
            <a:r>
              <a:rPr lang="de-CH" dirty="0" err="1"/>
              <a:t>expected</a:t>
            </a:r>
            <a:r>
              <a:rPr lang="de-CH" dirty="0"/>
              <a:t> </a:t>
            </a:r>
            <a:r>
              <a:rPr lang="de-CH" dirty="0" err="1"/>
              <a:t>goals</a:t>
            </a:r>
            <a:r>
              <a:rPr lang="de-CH" dirty="0"/>
              <a:t>.</a:t>
            </a:r>
          </a:p>
          <a:p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analysis</a:t>
            </a:r>
            <a:r>
              <a:rPr lang="de-CH" dirty="0"/>
              <a:t>, I </a:t>
            </a:r>
            <a:r>
              <a:rPr lang="de-CH" dirty="0" err="1"/>
              <a:t>created</a:t>
            </a:r>
            <a:r>
              <a:rPr lang="de-CH" dirty="0"/>
              <a:t> variables such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completed</a:t>
            </a:r>
            <a:r>
              <a:rPr lang="de-CH" dirty="0"/>
              <a:t> </a:t>
            </a:r>
            <a:r>
              <a:rPr lang="de-CH" dirty="0" err="1"/>
              <a:t>passes</a:t>
            </a:r>
            <a:r>
              <a:rPr lang="de-CH" dirty="0"/>
              <a:t> </a:t>
            </a:r>
            <a:r>
              <a:rPr lang="de-CH" dirty="0" err="1"/>
              <a:t>before</a:t>
            </a:r>
            <a:r>
              <a:rPr lang="de-CH" dirty="0"/>
              <a:t> a </a:t>
            </a:r>
            <a:r>
              <a:rPr lang="de-CH" dirty="0" err="1"/>
              <a:t>shot</a:t>
            </a:r>
            <a:r>
              <a:rPr lang="de-CH" dirty="0"/>
              <a:t>, </a:t>
            </a:r>
            <a:r>
              <a:rPr lang="de-CH" dirty="0" err="1"/>
              <a:t>goal</a:t>
            </a:r>
            <a:r>
              <a:rPr lang="de-CH" dirty="0"/>
              <a:t> </a:t>
            </a:r>
            <a:r>
              <a:rPr lang="de-CH" dirty="0" err="1"/>
              <a:t>outcome</a:t>
            </a:r>
            <a:r>
              <a:rPr lang="de-CH" dirty="0"/>
              <a:t>, </a:t>
            </a:r>
            <a:r>
              <a:rPr lang="de-CH" dirty="0" err="1"/>
              <a:t>expected</a:t>
            </a:r>
            <a:r>
              <a:rPr lang="de-CH" dirty="0"/>
              <a:t> </a:t>
            </a:r>
            <a:r>
              <a:rPr lang="de-CH" dirty="0" err="1"/>
              <a:t>goals</a:t>
            </a:r>
            <a:r>
              <a:rPr lang="de-CH" dirty="0"/>
              <a:t> and final-</a:t>
            </a:r>
            <a:r>
              <a:rPr lang="de-CH" dirty="0" err="1"/>
              <a:t>third</a:t>
            </a:r>
            <a:r>
              <a:rPr lang="de-CH" dirty="0"/>
              <a:t> </a:t>
            </a:r>
            <a:r>
              <a:rPr lang="de-CH" dirty="0" err="1"/>
              <a:t>entries</a:t>
            </a:r>
            <a:r>
              <a:rPr lang="de-CH" dirty="0"/>
              <a:t>.</a:t>
            </a:r>
          </a:p>
          <a:p>
            <a:r>
              <a:rPr lang="de-CH" dirty="0"/>
              <a:t>A </a:t>
            </a:r>
            <a:r>
              <a:rPr lang="de-CH" dirty="0" err="1"/>
              <a:t>very</a:t>
            </a:r>
            <a:r>
              <a:rPr lang="de-CH" dirty="0"/>
              <a:t> </a:t>
            </a:r>
            <a:r>
              <a:rPr lang="de-CH" dirty="0" err="1"/>
              <a:t>important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decision</a:t>
            </a:r>
            <a:r>
              <a:rPr lang="de-CH" dirty="0"/>
              <a:t> was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exclude</a:t>
            </a:r>
            <a:r>
              <a:rPr lang="de-CH" dirty="0"/>
              <a:t> </a:t>
            </a:r>
            <a:r>
              <a:rPr lang="de-CH" dirty="0" err="1"/>
              <a:t>penalty</a:t>
            </a:r>
            <a:r>
              <a:rPr lang="de-CH" dirty="0"/>
              <a:t> </a:t>
            </a:r>
            <a:r>
              <a:rPr lang="de-CH" dirty="0" err="1"/>
              <a:t>shootouts</a:t>
            </a:r>
            <a:r>
              <a:rPr lang="de-CH" dirty="0"/>
              <a:t>, </a:t>
            </a:r>
            <a:r>
              <a:rPr lang="de-CH" dirty="0" err="1"/>
              <a:t>penalties</a:t>
            </a:r>
            <a:r>
              <a:rPr lang="de-CH" dirty="0"/>
              <a:t> and </a:t>
            </a:r>
            <a:r>
              <a:rPr lang="de-CH" dirty="0" err="1"/>
              <a:t>direct</a:t>
            </a:r>
            <a:r>
              <a:rPr lang="de-CH" dirty="0"/>
              <a:t> </a:t>
            </a:r>
            <a:r>
              <a:rPr lang="de-CH" dirty="0" err="1"/>
              <a:t>free</a:t>
            </a:r>
            <a:r>
              <a:rPr lang="de-CH" dirty="0"/>
              <a:t>-kick </a:t>
            </a:r>
            <a:r>
              <a:rPr lang="de-CH" dirty="0" err="1"/>
              <a:t>shots</a:t>
            </a:r>
            <a:r>
              <a:rPr lang="de-CH" dirty="0"/>
              <a:t>. These </a:t>
            </a:r>
            <a:r>
              <a:rPr lang="de-CH" dirty="0" err="1"/>
              <a:t>situations</a:t>
            </a:r>
            <a:r>
              <a:rPr lang="de-CH" dirty="0"/>
              <a:t> do not </a:t>
            </a:r>
            <a:r>
              <a:rPr lang="de-CH" dirty="0" err="1"/>
              <a:t>describe</a:t>
            </a:r>
            <a:r>
              <a:rPr lang="de-CH" dirty="0"/>
              <a:t> normal </a:t>
            </a:r>
            <a:r>
              <a:rPr lang="de-CH" dirty="0" err="1"/>
              <a:t>build-up</a:t>
            </a:r>
            <a:r>
              <a:rPr lang="de-CH" dirty="0"/>
              <a:t> </a:t>
            </a:r>
            <a:r>
              <a:rPr lang="de-CH" dirty="0" err="1"/>
              <a:t>play</a:t>
            </a:r>
            <a:r>
              <a:rPr lang="de-CH" dirty="0"/>
              <a:t> and </a:t>
            </a:r>
            <a:r>
              <a:rPr lang="de-CH" dirty="0" err="1"/>
              <a:t>would</a:t>
            </a:r>
            <a:r>
              <a:rPr lang="de-CH" dirty="0"/>
              <a:t> </a:t>
            </a:r>
            <a:r>
              <a:rPr lang="de-CH" dirty="0" err="1"/>
              <a:t>make</a:t>
            </a:r>
            <a:r>
              <a:rPr lang="de-CH" dirty="0"/>
              <a:t> </a:t>
            </a:r>
            <a:r>
              <a:rPr lang="de-CH" dirty="0" err="1"/>
              <a:t>short</a:t>
            </a:r>
            <a:r>
              <a:rPr lang="de-CH" dirty="0"/>
              <a:t> </a:t>
            </a:r>
            <a:r>
              <a:rPr lang="de-CH" dirty="0" err="1"/>
              <a:t>attacks</a:t>
            </a:r>
            <a:r>
              <a:rPr lang="de-CH" dirty="0"/>
              <a:t> </a:t>
            </a:r>
            <a:r>
              <a:rPr lang="de-CH" dirty="0" err="1"/>
              <a:t>look</a:t>
            </a:r>
            <a:r>
              <a:rPr lang="de-CH" dirty="0"/>
              <a:t> </a:t>
            </a:r>
            <a:r>
              <a:rPr lang="de-CH" dirty="0" err="1"/>
              <a:t>stronger</a:t>
            </a:r>
            <a:r>
              <a:rPr lang="de-CH" dirty="0"/>
              <a:t> </a:t>
            </a:r>
            <a:r>
              <a:rPr lang="de-CH" dirty="0" err="1"/>
              <a:t>than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really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. Corners and </a:t>
            </a:r>
            <a:r>
              <a:rPr lang="de-CH" dirty="0" err="1"/>
              <a:t>throw</a:t>
            </a:r>
            <a:r>
              <a:rPr lang="de-CH" dirty="0"/>
              <a:t>-ins </a:t>
            </a:r>
            <a:r>
              <a:rPr lang="de-CH" dirty="0" err="1"/>
              <a:t>stayed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because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still </a:t>
            </a:r>
            <a:r>
              <a:rPr lang="de-CH" dirty="0" err="1"/>
              <a:t>continue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regular</a:t>
            </a:r>
            <a:r>
              <a:rPr lang="de-CH" dirty="0"/>
              <a:t> </a:t>
            </a:r>
            <a:r>
              <a:rPr lang="de-CH" dirty="0" err="1"/>
              <a:t>attacking</a:t>
            </a:r>
            <a:r>
              <a:rPr lang="de-CH" dirty="0"/>
              <a:t> </a:t>
            </a:r>
            <a:r>
              <a:rPr lang="de-CH" dirty="0" err="1"/>
              <a:t>situations</a:t>
            </a:r>
            <a:r>
              <a:rPr lang="de-CH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This </a:t>
            </a:r>
            <a:r>
              <a:rPr lang="de-CH" dirty="0" err="1"/>
              <a:t>slide</a:t>
            </a:r>
            <a:r>
              <a:rPr lang="de-CH" dirty="0"/>
              <a:t> </a:t>
            </a:r>
            <a:r>
              <a:rPr lang="de-CH" dirty="0" err="1"/>
              <a:t>compares</a:t>
            </a:r>
            <a:r>
              <a:rPr lang="de-CH" dirty="0"/>
              <a:t> </a:t>
            </a:r>
            <a:r>
              <a:rPr lang="de-CH" dirty="0" err="1"/>
              <a:t>build-up</a:t>
            </a:r>
            <a:r>
              <a:rPr lang="de-CH" dirty="0"/>
              <a:t> </a:t>
            </a:r>
            <a:r>
              <a:rPr lang="de-CH" dirty="0" err="1"/>
              <a:t>length</a:t>
            </a:r>
            <a:r>
              <a:rPr lang="de-CH" dirty="0"/>
              <a:t> </a:t>
            </a:r>
            <a:r>
              <a:rPr lang="de-CH" dirty="0" err="1"/>
              <a:t>before</a:t>
            </a:r>
            <a:r>
              <a:rPr lang="de-CH" dirty="0"/>
              <a:t> </a:t>
            </a:r>
            <a:r>
              <a:rPr lang="de-CH" dirty="0" err="1"/>
              <a:t>regular</a:t>
            </a:r>
            <a:r>
              <a:rPr lang="de-CH" dirty="0"/>
              <a:t> </a:t>
            </a:r>
            <a:r>
              <a:rPr lang="de-CH" dirty="0" err="1"/>
              <a:t>shots</a:t>
            </a:r>
            <a:r>
              <a:rPr lang="de-CH" dirty="0"/>
              <a:t>.</a:t>
            </a:r>
          </a:p>
          <a:p>
            <a:r>
              <a:rPr lang="de-CH" dirty="0"/>
              <a:t>The </a:t>
            </a:r>
            <a:r>
              <a:rPr lang="de-CH" dirty="0" err="1"/>
              <a:t>first</a:t>
            </a:r>
            <a:r>
              <a:rPr lang="de-CH" dirty="0"/>
              <a:t> </a:t>
            </a:r>
            <a:r>
              <a:rPr lang="de-CH" dirty="0" err="1"/>
              <a:t>main</a:t>
            </a:r>
            <a:r>
              <a:rPr lang="de-CH" dirty="0"/>
              <a:t> </a:t>
            </a:r>
            <a:r>
              <a:rPr lang="de-CH" dirty="0" err="1"/>
              <a:t>insight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0 </a:t>
            </a:r>
            <a:r>
              <a:rPr lang="de-CH" dirty="0" err="1"/>
              <a:t>to</a:t>
            </a:r>
            <a:r>
              <a:rPr lang="de-CH" dirty="0"/>
              <a:t> 3 pass </a:t>
            </a:r>
            <a:r>
              <a:rPr lang="de-CH" dirty="0" err="1"/>
              <a:t>category</a:t>
            </a:r>
            <a:r>
              <a:rPr lang="de-CH" dirty="0"/>
              <a:t> </a:t>
            </a:r>
            <a:r>
              <a:rPr lang="de-CH" dirty="0" err="1"/>
              <a:t>produced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most</a:t>
            </a:r>
            <a:r>
              <a:rPr lang="de-CH" dirty="0"/>
              <a:t> </a:t>
            </a:r>
            <a:r>
              <a:rPr lang="de-CH" dirty="0" err="1"/>
              <a:t>regular</a:t>
            </a:r>
            <a:r>
              <a:rPr lang="de-CH" dirty="0"/>
              <a:t> </a:t>
            </a:r>
            <a:r>
              <a:rPr lang="de-CH" dirty="0" err="1"/>
              <a:t>shots</a:t>
            </a:r>
            <a:r>
              <a:rPr lang="de-CH" dirty="0"/>
              <a:t> and </a:t>
            </a:r>
            <a:r>
              <a:rPr lang="de-CH" dirty="0" err="1"/>
              <a:t>goals</a:t>
            </a:r>
            <a:r>
              <a:rPr lang="de-CH" dirty="0"/>
              <a:t>. This </a:t>
            </a:r>
            <a:r>
              <a:rPr lang="de-CH" dirty="0" err="1"/>
              <a:t>shows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many</a:t>
            </a:r>
            <a:r>
              <a:rPr lang="de-CH" dirty="0"/>
              <a:t> </a:t>
            </a:r>
            <a:r>
              <a:rPr lang="de-CH" dirty="0" err="1"/>
              <a:t>dangerous</a:t>
            </a:r>
            <a:r>
              <a:rPr lang="de-CH" dirty="0"/>
              <a:t> </a:t>
            </a:r>
            <a:r>
              <a:rPr lang="de-CH" dirty="0" err="1"/>
              <a:t>situations</a:t>
            </a:r>
            <a:r>
              <a:rPr lang="de-CH" dirty="0"/>
              <a:t> happen </a:t>
            </a:r>
            <a:r>
              <a:rPr lang="de-CH" dirty="0" err="1"/>
              <a:t>quickly</a:t>
            </a:r>
            <a:r>
              <a:rPr lang="de-CH" dirty="0"/>
              <a:t> and not </a:t>
            </a:r>
            <a:r>
              <a:rPr lang="de-CH" dirty="0" err="1"/>
              <a:t>only</a:t>
            </a:r>
            <a:r>
              <a:rPr lang="de-CH" dirty="0"/>
              <a:t> after </a:t>
            </a:r>
            <a:r>
              <a:rPr lang="de-CH" dirty="0" err="1"/>
              <a:t>long</a:t>
            </a:r>
            <a:r>
              <a:rPr lang="de-CH" dirty="0"/>
              <a:t> </a:t>
            </a:r>
            <a:r>
              <a:rPr lang="de-CH" dirty="0" err="1"/>
              <a:t>possession</a:t>
            </a:r>
            <a:r>
              <a:rPr lang="de-CH" dirty="0"/>
              <a:t> </a:t>
            </a:r>
            <a:r>
              <a:rPr lang="de-CH" dirty="0" err="1"/>
              <a:t>phases</a:t>
            </a:r>
            <a:r>
              <a:rPr lang="de-CH" dirty="0"/>
              <a:t>.</a:t>
            </a:r>
          </a:p>
          <a:p>
            <a:r>
              <a:rPr lang="de-CH" dirty="0"/>
              <a:t>But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second</a:t>
            </a:r>
            <a:r>
              <a:rPr lang="de-CH" dirty="0"/>
              <a:t> </a:t>
            </a:r>
            <a:r>
              <a:rPr lang="de-CH" dirty="0" err="1"/>
              <a:t>visualization</a:t>
            </a:r>
            <a:r>
              <a:rPr lang="de-CH" dirty="0"/>
              <a:t> </a:t>
            </a:r>
            <a:r>
              <a:rPr lang="de-CH" dirty="0" err="1"/>
              <a:t>adds</a:t>
            </a:r>
            <a:r>
              <a:rPr lang="de-CH" dirty="0"/>
              <a:t> </a:t>
            </a:r>
            <a:r>
              <a:rPr lang="de-CH" dirty="0" err="1"/>
              <a:t>efficiency</a:t>
            </a:r>
            <a:r>
              <a:rPr lang="de-CH" dirty="0"/>
              <a:t>. The 4 </a:t>
            </a:r>
            <a:r>
              <a:rPr lang="de-CH" dirty="0" err="1"/>
              <a:t>to</a:t>
            </a:r>
            <a:r>
              <a:rPr lang="de-CH" dirty="0"/>
              <a:t> 6 pass </a:t>
            </a:r>
            <a:r>
              <a:rPr lang="de-CH" dirty="0" err="1"/>
              <a:t>category</a:t>
            </a:r>
            <a:r>
              <a:rPr lang="de-CH" dirty="0"/>
              <a:t> </a:t>
            </a:r>
            <a:r>
              <a:rPr lang="de-CH" dirty="0" err="1"/>
              <a:t>had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highest</a:t>
            </a:r>
            <a:r>
              <a:rPr lang="de-CH" dirty="0"/>
              <a:t> </a:t>
            </a:r>
            <a:r>
              <a:rPr lang="de-CH" dirty="0" err="1"/>
              <a:t>goal</a:t>
            </a:r>
            <a:r>
              <a:rPr lang="de-CH" dirty="0"/>
              <a:t> </a:t>
            </a:r>
            <a:r>
              <a:rPr lang="de-CH" dirty="0" err="1"/>
              <a:t>conversion</a:t>
            </a:r>
            <a:r>
              <a:rPr lang="de-CH" dirty="0"/>
              <a:t> rate, </a:t>
            </a:r>
            <a:r>
              <a:rPr lang="de-CH" dirty="0" err="1"/>
              <a:t>around</a:t>
            </a:r>
            <a:r>
              <a:rPr lang="de-CH" dirty="0"/>
              <a:t> 15.9 </a:t>
            </a:r>
            <a:r>
              <a:rPr lang="de-CH" dirty="0" err="1"/>
              <a:t>percent</a:t>
            </a:r>
            <a:r>
              <a:rPr lang="de-CH" dirty="0"/>
              <a:t>, and also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highest</a:t>
            </a:r>
            <a:r>
              <a:rPr lang="de-CH" dirty="0"/>
              <a:t> </a:t>
            </a:r>
            <a:r>
              <a:rPr lang="de-CH" dirty="0" err="1"/>
              <a:t>average</a:t>
            </a:r>
            <a:r>
              <a:rPr lang="de-CH" dirty="0"/>
              <a:t> </a:t>
            </a:r>
            <a:r>
              <a:rPr lang="de-CH" dirty="0" err="1"/>
              <a:t>xG</a:t>
            </a:r>
            <a:r>
              <a:rPr lang="de-CH" dirty="0"/>
              <a:t> per </a:t>
            </a:r>
            <a:r>
              <a:rPr lang="de-CH" dirty="0" err="1"/>
              <a:t>shot</a:t>
            </a:r>
            <a:r>
              <a:rPr lang="de-CH" dirty="0"/>
              <a:t> in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comparison</a:t>
            </a:r>
            <a:r>
              <a:rPr lang="de-CH" dirty="0"/>
              <a:t>.</a:t>
            </a:r>
          </a:p>
          <a:p>
            <a:r>
              <a:rPr lang="de-CH" dirty="0"/>
              <a:t>So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most</a:t>
            </a:r>
            <a:r>
              <a:rPr lang="de-CH" dirty="0"/>
              <a:t> </a:t>
            </a:r>
            <a:r>
              <a:rPr lang="de-CH" dirty="0" err="1"/>
              <a:t>common</a:t>
            </a:r>
            <a:r>
              <a:rPr lang="de-CH" dirty="0"/>
              <a:t> </a:t>
            </a:r>
            <a:r>
              <a:rPr lang="de-CH" dirty="0" err="1"/>
              <a:t>pattern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not </a:t>
            </a:r>
            <a:r>
              <a:rPr lang="de-CH" dirty="0" err="1"/>
              <a:t>automatically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most</a:t>
            </a:r>
            <a:r>
              <a:rPr lang="de-CH" dirty="0"/>
              <a:t> </a:t>
            </a:r>
            <a:r>
              <a:rPr lang="de-CH" dirty="0" err="1"/>
              <a:t>efficient</a:t>
            </a:r>
            <a:r>
              <a:rPr lang="de-CH" dirty="0"/>
              <a:t> </a:t>
            </a:r>
            <a:r>
              <a:rPr lang="de-CH" dirty="0" err="1"/>
              <a:t>one</a:t>
            </a:r>
            <a:r>
              <a:rPr lang="de-CH" dirty="0"/>
              <a:t>.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amateur</a:t>
            </a:r>
            <a:r>
              <a:rPr lang="de-CH" dirty="0"/>
              <a:t> </a:t>
            </a:r>
            <a:r>
              <a:rPr lang="de-CH" dirty="0" err="1"/>
              <a:t>coaches</a:t>
            </a:r>
            <a:r>
              <a:rPr lang="de-CH" dirty="0"/>
              <a:t>, I </a:t>
            </a:r>
            <a:r>
              <a:rPr lang="de-CH" dirty="0" err="1"/>
              <a:t>would</a:t>
            </a:r>
            <a:r>
              <a:rPr lang="de-CH" dirty="0"/>
              <a:t> </a:t>
            </a:r>
            <a:r>
              <a:rPr lang="de-CH" dirty="0" err="1"/>
              <a:t>interpret</a:t>
            </a:r>
            <a:r>
              <a:rPr lang="de-CH" dirty="0"/>
              <a:t>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follows</a:t>
            </a:r>
            <a:r>
              <a:rPr lang="de-CH" dirty="0"/>
              <a:t>: </a:t>
            </a:r>
            <a:r>
              <a:rPr lang="de-CH" dirty="0" err="1"/>
              <a:t>short</a:t>
            </a:r>
            <a:r>
              <a:rPr lang="de-CH" dirty="0"/>
              <a:t> </a:t>
            </a:r>
            <a:r>
              <a:rPr lang="de-CH" dirty="0" err="1"/>
              <a:t>attacks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important</a:t>
            </a:r>
            <a:r>
              <a:rPr lang="de-CH" dirty="0"/>
              <a:t>, but a </a:t>
            </a:r>
            <a:r>
              <a:rPr lang="de-CH" dirty="0" err="1"/>
              <a:t>slightly</a:t>
            </a:r>
            <a:r>
              <a:rPr lang="de-CH" dirty="0"/>
              <a:t> </a:t>
            </a:r>
            <a:r>
              <a:rPr lang="de-CH" dirty="0" err="1"/>
              <a:t>longer</a:t>
            </a:r>
            <a:r>
              <a:rPr lang="de-CH" dirty="0"/>
              <a:t> and </a:t>
            </a:r>
            <a:r>
              <a:rPr lang="de-CH" dirty="0" err="1"/>
              <a:t>more</a:t>
            </a:r>
            <a:r>
              <a:rPr lang="de-CH" dirty="0"/>
              <a:t> </a:t>
            </a:r>
            <a:r>
              <a:rPr lang="de-CH" dirty="0" err="1"/>
              <a:t>controlled</a:t>
            </a:r>
            <a:r>
              <a:rPr lang="de-CH" dirty="0"/>
              <a:t> </a:t>
            </a:r>
            <a:r>
              <a:rPr lang="de-CH" dirty="0" err="1"/>
              <a:t>build-up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also </a:t>
            </a:r>
            <a:r>
              <a:rPr lang="de-CH" dirty="0" err="1"/>
              <a:t>create</a:t>
            </a:r>
            <a:r>
              <a:rPr lang="de-CH" dirty="0"/>
              <a:t> high-quality </a:t>
            </a:r>
            <a:r>
              <a:rPr lang="de-CH" dirty="0" err="1"/>
              <a:t>chances</a:t>
            </a:r>
            <a:r>
              <a:rPr lang="de-CH" dirty="0"/>
              <a:t>.</a:t>
            </a:r>
          </a:p>
          <a:p>
            <a:r>
              <a:rPr lang="de-CH" dirty="0"/>
              <a:t>The design </a:t>
            </a:r>
            <a:r>
              <a:rPr lang="de-CH" dirty="0" err="1"/>
              <a:t>choice</a:t>
            </a:r>
            <a:r>
              <a:rPr lang="de-CH" dirty="0"/>
              <a:t> </a:t>
            </a:r>
            <a:r>
              <a:rPr lang="de-CH" dirty="0" err="1"/>
              <a:t>here</a:t>
            </a:r>
            <a:r>
              <a:rPr lang="de-CH" dirty="0"/>
              <a:t> was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use</a:t>
            </a:r>
            <a:r>
              <a:rPr lang="de-CH" dirty="0"/>
              <a:t> bar </a:t>
            </a:r>
            <a:r>
              <a:rPr lang="de-CH" dirty="0" err="1"/>
              <a:t>charts</a:t>
            </a:r>
            <a:r>
              <a:rPr lang="de-CH" dirty="0"/>
              <a:t> </a:t>
            </a:r>
            <a:r>
              <a:rPr lang="de-CH" dirty="0" err="1"/>
              <a:t>because</a:t>
            </a:r>
            <a:r>
              <a:rPr lang="de-CH" dirty="0"/>
              <a:t> </a:t>
            </a:r>
            <a:r>
              <a:rPr lang="de-CH" dirty="0" err="1"/>
              <a:t>categories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compared</a:t>
            </a:r>
            <a:r>
              <a:rPr lang="de-CH" dirty="0"/>
              <a:t> </a:t>
            </a:r>
            <a:r>
              <a:rPr lang="de-CH" dirty="0" err="1"/>
              <a:t>clearly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bar </a:t>
            </a:r>
            <a:r>
              <a:rPr lang="de-CH" dirty="0" err="1"/>
              <a:t>length</a:t>
            </a:r>
            <a:r>
              <a:rPr lang="de-CH" dirty="0"/>
              <a:t>.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efficiency</a:t>
            </a:r>
            <a:r>
              <a:rPr lang="de-CH" dirty="0"/>
              <a:t> </a:t>
            </a:r>
            <a:r>
              <a:rPr lang="de-CH" dirty="0" err="1"/>
              <a:t>plot</a:t>
            </a:r>
            <a:r>
              <a:rPr lang="de-CH" dirty="0"/>
              <a:t>, I </a:t>
            </a: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same pass </a:t>
            </a:r>
            <a:r>
              <a:rPr lang="de-CH" dirty="0" err="1"/>
              <a:t>categories</a:t>
            </a:r>
            <a:r>
              <a:rPr lang="de-CH" dirty="0"/>
              <a:t> </a:t>
            </a:r>
            <a:r>
              <a:rPr lang="de-CH" dirty="0" err="1"/>
              <a:t>again</a:t>
            </a:r>
            <a:r>
              <a:rPr lang="de-CH" dirty="0"/>
              <a:t> so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viewer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compare</a:t>
            </a:r>
            <a:r>
              <a:rPr lang="de-CH" dirty="0"/>
              <a:t> </a:t>
            </a:r>
            <a:r>
              <a:rPr lang="de-CH" dirty="0" err="1"/>
              <a:t>volume</a:t>
            </a:r>
            <a:r>
              <a:rPr lang="de-CH" dirty="0"/>
              <a:t> and </a:t>
            </a:r>
            <a:r>
              <a:rPr lang="de-CH" dirty="0" err="1"/>
              <a:t>efficiency</a:t>
            </a:r>
            <a:r>
              <a:rPr lang="de-CH" dirty="0"/>
              <a:t> </a:t>
            </a:r>
            <a:r>
              <a:rPr lang="de-CH" dirty="0" err="1"/>
              <a:t>without</a:t>
            </a:r>
            <a:r>
              <a:rPr lang="de-CH" dirty="0"/>
              <a:t> </a:t>
            </a:r>
            <a:r>
              <a:rPr lang="de-CH" dirty="0" err="1"/>
              <a:t>learning</a:t>
            </a:r>
            <a:r>
              <a:rPr lang="de-CH" dirty="0"/>
              <a:t> a </a:t>
            </a:r>
            <a:r>
              <a:rPr lang="de-CH" dirty="0" err="1"/>
              <a:t>new</a:t>
            </a:r>
            <a:r>
              <a:rPr lang="de-CH" dirty="0"/>
              <a:t> </a:t>
            </a:r>
            <a:r>
              <a:rPr lang="de-CH" dirty="0" err="1"/>
              <a:t>structure</a:t>
            </a:r>
            <a:r>
              <a:rPr lang="de-CH" dirty="0"/>
              <a:t>. I also </a:t>
            </a:r>
            <a:r>
              <a:rPr lang="de-CH" dirty="0" err="1"/>
              <a:t>mention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two</a:t>
            </a:r>
            <a:r>
              <a:rPr lang="de-CH" dirty="0"/>
              <a:t> </a:t>
            </a:r>
            <a:r>
              <a:rPr lang="de-CH" dirty="0" err="1"/>
              <a:t>axes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second</a:t>
            </a:r>
            <a:r>
              <a:rPr lang="de-CH" dirty="0"/>
              <a:t> </a:t>
            </a:r>
            <a:r>
              <a:rPr lang="de-CH" dirty="0" err="1"/>
              <a:t>plot</a:t>
            </a:r>
            <a:r>
              <a:rPr lang="de-CH" dirty="0"/>
              <a:t> </a:t>
            </a:r>
            <a:r>
              <a:rPr lang="de-CH" dirty="0" err="1"/>
              <a:t>should</a:t>
            </a:r>
            <a:r>
              <a:rPr lang="de-CH" dirty="0"/>
              <a:t> not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compared</a:t>
            </a:r>
            <a:r>
              <a:rPr lang="de-CH" dirty="0"/>
              <a:t> </a:t>
            </a:r>
            <a:r>
              <a:rPr lang="de-CH" dirty="0" err="1"/>
              <a:t>directly</a:t>
            </a:r>
            <a:r>
              <a:rPr lang="de-CH" dirty="0"/>
              <a:t>, </a:t>
            </a:r>
            <a:r>
              <a:rPr lang="de-CH" dirty="0" err="1"/>
              <a:t>because</a:t>
            </a:r>
            <a:r>
              <a:rPr lang="de-CH" dirty="0"/>
              <a:t> </a:t>
            </a:r>
            <a:r>
              <a:rPr lang="de-CH" dirty="0" err="1"/>
              <a:t>conversion</a:t>
            </a:r>
            <a:r>
              <a:rPr lang="de-CH" dirty="0"/>
              <a:t> rate and </a:t>
            </a:r>
            <a:r>
              <a:rPr lang="de-CH" dirty="0" err="1"/>
              <a:t>xG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different </a:t>
            </a:r>
            <a:r>
              <a:rPr lang="de-CH" dirty="0" err="1"/>
              <a:t>measures</a:t>
            </a:r>
            <a:r>
              <a:rPr lang="de-CH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This </a:t>
            </a:r>
            <a:r>
              <a:rPr lang="de-CH" dirty="0" err="1"/>
              <a:t>slide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a </a:t>
            </a:r>
            <a:r>
              <a:rPr lang="de-CH" dirty="0" err="1"/>
              <a:t>case</a:t>
            </a:r>
            <a:r>
              <a:rPr lang="de-CH" dirty="0"/>
              <a:t> </a:t>
            </a:r>
            <a:r>
              <a:rPr lang="de-CH" dirty="0" err="1"/>
              <a:t>study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Spain. I </a:t>
            </a:r>
            <a:r>
              <a:rPr lang="de-CH" dirty="0" err="1"/>
              <a:t>used</a:t>
            </a:r>
            <a:r>
              <a:rPr lang="de-CH" dirty="0"/>
              <a:t> Spain </a:t>
            </a:r>
            <a:r>
              <a:rPr lang="de-CH" dirty="0" err="1"/>
              <a:t>because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a </a:t>
            </a:r>
            <a:r>
              <a:rPr lang="de-CH" dirty="0" err="1"/>
              <a:t>clear</a:t>
            </a:r>
            <a:r>
              <a:rPr lang="de-CH" dirty="0"/>
              <a:t> </a:t>
            </a:r>
            <a:r>
              <a:rPr lang="de-CH" dirty="0" err="1"/>
              <a:t>possession-based</a:t>
            </a:r>
            <a:r>
              <a:rPr lang="de-CH" dirty="0"/>
              <a:t> </a:t>
            </a:r>
            <a:r>
              <a:rPr lang="de-CH" dirty="0" err="1"/>
              <a:t>example</a:t>
            </a:r>
            <a:r>
              <a:rPr lang="de-CH" dirty="0"/>
              <a:t> and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help</a:t>
            </a:r>
            <a:r>
              <a:rPr lang="de-CH" dirty="0"/>
              <a:t> connect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general</a:t>
            </a:r>
            <a:r>
              <a:rPr lang="de-CH" dirty="0"/>
              <a:t> </a:t>
            </a:r>
            <a:r>
              <a:rPr lang="de-CH" dirty="0" err="1"/>
              <a:t>results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a </a:t>
            </a:r>
            <a:r>
              <a:rPr lang="de-CH" dirty="0" err="1"/>
              <a:t>concrete</a:t>
            </a:r>
            <a:r>
              <a:rPr lang="de-CH" dirty="0"/>
              <a:t> </a:t>
            </a:r>
            <a:r>
              <a:rPr lang="de-CH" dirty="0" err="1"/>
              <a:t>team</a:t>
            </a:r>
            <a:r>
              <a:rPr lang="de-CH" dirty="0"/>
              <a:t>.</a:t>
            </a:r>
          </a:p>
          <a:p>
            <a:r>
              <a:rPr lang="de-CH" dirty="0"/>
              <a:t>The </a:t>
            </a:r>
            <a:r>
              <a:rPr lang="de-CH" dirty="0" err="1"/>
              <a:t>plot</a:t>
            </a:r>
            <a:r>
              <a:rPr lang="de-CH" dirty="0"/>
              <a:t> </a:t>
            </a:r>
            <a:r>
              <a:rPr lang="de-CH" dirty="0" err="1"/>
              <a:t>shows</a:t>
            </a:r>
            <a:r>
              <a:rPr lang="de-CH" dirty="0"/>
              <a:t> final-</a:t>
            </a:r>
            <a:r>
              <a:rPr lang="de-CH" dirty="0" err="1"/>
              <a:t>third</a:t>
            </a:r>
            <a:r>
              <a:rPr lang="de-CH" dirty="0"/>
              <a:t> </a:t>
            </a:r>
            <a:r>
              <a:rPr lang="de-CH" dirty="0" err="1"/>
              <a:t>entries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led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shots</a:t>
            </a:r>
            <a:r>
              <a:rPr lang="de-CH" dirty="0"/>
              <a:t>. The </a:t>
            </a:r>
            <a:r>
              <a:rPr lang="de-CH" dirty="0" err="1"/>
              <a:t>lines</a:t>
            </a:r>
            <a:r>
              <a:rPr lang="de-CH" dirty="0"/>
              <a:t> connect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entry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following</a:t>
            </a:r>
            <a:r>
              <a:rPr lang="de-CH" dirty="0"/>
              <a:t> </a:t>
            </a:r>
            <a:r>
              <a:rPr lang="de-CH" dirty="0" err="1"/>
              <a:t>shot</a:t>
            </a:r>
            <a:r>
              <a:rPr lang="de-CH" dirty="0"/>
              <a:t>. The </a:t>
            </a:r>
            <a:r>
              <a:rPr lang="de-CH" dirty="0" err="1"/>
              <a:t>darker</a:t>
            </a:r>
            <a:r>
              <a:rPr lang="de-CH" dirty="0"/>
              <a:t> </a:t>
            </a:r>
            <a:r>
              <a:rPr lang="de-CH" dirty="0" err="1"/>
              <a:t>green</a:t>
            </a:r>
            <a:r>
              <a:rPr lang="de-CH" dirty="0"/>
              <a:t> </a:t>
            </a:r>
            <a:r>
              <a:rPr lang="de-CH" dirty="0" err="1"/>
              <a:t>areas</a:t>
            </a:r>
            <a:r>
              <a:rPr lang="de-CH" dirty="0"/>
              <a:t> </a:t>
            </a:r>
            <a:r>
              <a:rPr lang="de-CH" dirty="0" err="1"/>
              <a:t>show</a:t>
            </a:r>
            <a:r>
              <a:rPr lang="de-CH" dirty="0"/>
              <a:t> </a:t>
            </a:r>
            <a:r>
              <a:rPr lang="de-CH" dirty="0" err="1"/>
              <a:t>where</a:t>
            </a:r>
            <a:r>
              <a:rPr lang="de-CH" dirty="0"/>
              <a:t> Spain </a:t>
            </a:r>
            <a:r>
              <a:rPr lang="de-CH" dirty="0" err="1"/>
              <a:t>created</a:t>
            </a:r>
            <a:r>
              <a:rPr lang="de-CH" dirty="0"/>
              <a:t> </a:t>
            </a:r>
            <a:r>
              <a:rPr lang="de-CH" dirty="0" err="1"/>
              <a:t>more</a:t>
            </a:r>
            <a:r>
              <a:rPr lang="de-CH" dirty="0"/>
              <a:t> total </a:t>
            </a:r>
            <a:r>
              <a:rPr lang="de-CH" dirty="0" err="1"/>
              <a:t>xG</a:t>
            </a:r>
            <a:r>
              <a:rPr lang="de-CH" dirty="0"/>
              <a:t> after </a:t>
            </a:r>
            <a:r>
              <a:rPr lang="de-CH" dirty="0" err="1"/>
              <a:t>entries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lane</a:t>
            </a:r>
            <a:r>
              <a:rPr lang="de-CH" dirty="0"/>
              <a:t>. </a:t>
            </a:r>
            <a:r>
              <a:rPr lang="de-CH" dirty="0" err="1"/>
              <a:t>xG</a:t>
            </a:r>
            <a:r>
              <a:rPr lang="de-CH" dirty="0"/>
              <a:t> </a:t>
            </a:r>
            <a:r>
              <a:rPr lang="de-CH" dirty="0" err="1"/>
              <a:t>means</a:t>
            </a:r>
            <a:r>
              <a:rPr lang="de-CH" dirty="0"/>
              <a:t> </a:t>
            </a:r>
            <a:r>
              <a:rPr lang="de-CH" dirty="0" err="1"/>
              <a:t>expected</a:t>
            </a:r>
            <a:r>
              <a:rPr lang="de-CH" dirty="0"/>
              <a:t> </a:t>
            </a:r>
            <a:r>
              <a:rPr lang="de-CH" dirty="0" err="1"/>
              <a:t>goals</a:t>
            </a:r>
            <a:r>
              <a:rPr lang="de-CH" dirty="0"/>
              <a:t>, so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here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a simple </a:t>
            </a:r>
            <a:r>
              <a:rPr lang="de-CH" dirty="0" err="1"/>
              <a:t>measure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chance</a:t>
            </a:r>
            <a:r>
              <a:rPr lang="de-CH" dirty="0"/>
              <a:t> </a:t>
            </a:r>
            <a:r>
              <a:rPr lang="de-CH" dirty="0" err="1"/>
              <a:t>quality</a:t>
            </a:r>
            <a:r>
              <a:rPr lang="de-CH" dirty="0"/>
              <a:t>.</a:t>
            </a:r>
          </a:p>
          <a:p>
            <a:r>
              <a:rPr lang="de-CH" dirty="0"/>
              <a:t>In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example</a:t>
            </a:r>
            <a:r>
              <a:rPr lang="de-CH" dirty="0"/>
              <a:t>, Spain </a:t>
            </a:r>
            <a:r>
              <a:rPr lang="de-CH" dirty="0" err="1"/>
              <a:t>created</a:t>
            </a:r>
            <a:r>
              <a:rPr lang="de-CH" dirty="0"/>
              <a:t> </a:t>
            </a:r>
            <a:r>
              <a:rPr lang="de-CH" dirty="0" err="1"/>
              <a:t>many</a:t>
            </a:r>
            <a:r>
              <a:rPr lang="de-CH" dirty="0"/>
              <a:t> </a:t>
            </a:r>
            <a:r>
              <a:rPr lang="de-CH" dirty="0" err="1"/>
              <a:t>dangerous</a:t>
            </a:r>
            <a:r>
              <a:rPr lang="de-CH" dirty="0"/>
              <a:t> </a:t>
            </a:r>
            <a:r>
              <a:rPr lang="de-CH" dirty="0" err="1"/>
              <a:t>situations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right</a:t>
            </a:r>
            <a:r>
              <a:rPr lang="de-CH" dirty="0"/>
              <a:t> </a:t>
            </a:r>
            <a:r>
              <a:rPr lang="de-CH" dirty="0" err="1"/>
              <a:t>side</a:t>
            </a:r>
            <a:r>
              <a:rPr lang="de-CH" dirty="0"/>
              <a:t>. </a:t>
            </a:r>
            <a:r>
              <a:rPr lang="de-CH" dirty="0" err="1"/>
              <a:t>For</a:t>
            </a:r>
            <a:r>
              <a:rPr lang="de-CH" dirty="0"/>
              <a:t> a </a:t>
            </a:r>
            <a:r>
              <a:rPr lang="de-CH" dirty="0" err="1"/>
              <a:t>coach</a:t>
            </a:r>
            <a:r>
              <a:rPr lang="de-CH" dirty="0"/>
              <a:t>,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lead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training</a:t>
            </a:r>
            <a:r>
              <a:rPr lang="de-CH" dirty="0"/>
              <a:t> </a:t>
            </a:r>
            <a:r>
              <a:rPr lang="de-CH" dirty="0" err="1"/>
              <a:t>questions</a:t>
            </a:r>
            <a:r>
              <a:rPr lang="de-CH" dirty="0"/>
              <a:t> such </a:t>
            </a:r>
            <a:r>
              <a:rPr lang="de-CH" dirty="0" err="1"/>
              <a:t>as</a:t>
            </a:r>
            <a:r>
              <a:rPr lang="de-CH" dirty="0"/>
              <a:t>: From </a:t>
            </a:r>
            <a:r>
              <a:rPr lang="de-CH" dirty="0" err="1"/>
              <a:t>which</a:t>
            </a:r>
            <a:r>
              <a:rPr lang="de-CH" dirty="0"/>
              <a:t> </a:t>
            </a:r>
            <a:r>
              <a:rPr lang="de-CH" dirty="0" err="1"/>
              <a:t>lane</a:t>
            </a:r>
            <a:r>
              <a:rPr lang="de-CH" dirty="0"/>
              <a:t> do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enter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final </a:t>
            </a:r>
            <a:r>
              <a:rPr lang="de-CH" dirty="0" err="1"/>
              <a:t>third</a:t>
            </a:r>
            <a:r>
              <a:rPr lang="de-CH" dirty="0"/>
              <a:t>? Do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create</a:t>
            </a:r>
            <a:r>
              <a:rPr lang="de-CH" dirty="0"/>
              <a:t> a </a:t>
            </a:r>
            <a:r>
              <a:rPr lang="de-CH" dirty="0" err="1"/>
              <a:t>shot</a:t>
            </a:r>
            <a:r>
              <a:rPr lang="de-CH" dirty="0"/>
              <a:t> after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entry</a:t>
            </a:r>
            <a:r>
              <a:rPr lang="de-CH" dirty="0"/>
              <a:t>? And </a:t>
            </a:r>
            <a:r>
              <a:rPr lang="de-CH" dirty="0" err="1"/>
              <a:t>where</a:t>
            </a:r>
            <a:r>
              <a:rPr lang="de-CH" dirty="0"/>
              <a:t> </a:t>
            </a:r>
            <a:r>
              <a:rPr lang="de-CH" dirty="0" err="1"/>
              <a:t>does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shot</a:t>
            </a:r>
            <a:r>
              <a:rPr lang="de-CH" dirty="0"/>
              <a:t> happen?</a:t>
            </a:r>
          </a:p>
          <a:p>
            <a:r>
              <a:rPr lang="de-CH" dirty="0"/>
              <a:t>The design </a:t>
            </a:r>
            <a:r>
              <a:rPr lang="de-CH" dirty="0" err="1"/>
              <a:t>choice</a:t>
            </a:r>
            <a:r>
              <a:rPr lang="de-CH" dirty="0"/>
              <a:t> </a:t>
            </a:r>
            <a:r>
              <a:rPr lang="de-CH" dirty="0" err="1"/>
              <a:t>here</a:t>
            </a:r>
            <a:r>
              <a:rPr lang="de-CH" dirty="0"/>
              <a:t> was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use</a:t>
            </a:r>
            <a:r>
              <a:rPr lang="de-CH" dirty="0"/>
              <a:t> a pitch </a:t>
            </a:r>
            <a:r>
              <a:rPr lang="de-CH" dirty="0" err="1"/>
              <a:t>plot</a:t>
            </a:r>
            <a:r>
              <a:rPr lang="de-CH" dirty="0"/>
              <a:t> </a:t>
            </a:r>
            <a:r>
              <a:rPr lang="de-CH" dirty="0" err="1"/>
              <a:t>because</a:t>
            </a:r>
            <a:r>
              <a:rPr lang="de-CH" dirty="0"/>
              <a:t> </a:t>
            </a:r>
            <a:r>
              <a:rPr lang="de-CH" dirty="0" err="1"/>
              <a:t>location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part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message</a:t>
            </a:r>
            <a:r>
              <a:rPr lang="de-CH" dirty="0"/>
              <a:t>. A normal bar </a:t>
            </a:r>
            <a:r>
              <a:rPr lang="de-CH" dirty="0" err="1"/>
              <a:t>chart</a:t>
            </a:r>
            <a:r>
              <a:rPr lang="de-CH" dirty="0"/>
              <a:t> </a:t>
            </a:r>
            <a:r>
              <a:rPr lang="de-CH" dirty="0" err="1"/>
              <a:t>would</a:t>
            </a:r>
            <a:r>
              <a:rPr lang="de-CH" dirty="0"/>
              <a:t> </a:t>
            </a:r>
            <a:r>
              <a:rPr lang="de-CH" dirty="0" err="1"/>
              <a:t>show</a:t>
            </a:r>
            <a:r>
              <a:rPr lang="de-CH" dirty="0"/>
              <a:t> </a:t>
            </a:r>
            <a:r>
              <a:rPr lang="de-CH" dirty="0" err="1"/>
              <a:t>counts</a:t>
            </a:r>
            <a:r>
              <a:rPr lang="de-CH" dirty="0"/>
              <a:t>, but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would</a:t>
            </a:r>
            <a:r>
              <a:rPr lang="de-CH" dirty="0"/>
              <a:t> not </a:t>
            </a:r>
            <a:r>
              <a:rPr lang="de-CH" dirty="0" err="1"/>
              <a:t>show</a:t>
            </a:r>
            <a:r>
              <a:rPr lang="de-CH" dirty="0"/>
              <a:t> </a:t>
            </a:r>
            <a:r>
              <a:rPr lang="de-CH" dirty="0" err="1"/>
              <a:t>where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entries</a:t>
            </a:r>
            <a:r>
              <a:rPr lang="de-CH" dirty="0"/>
              <a:t> and </a:t>
            </a:r>
            <a:r>
              <a:rPr lang="de-CH" dirty="0" err="1"/>
              <a:t>shots</a:t>
            </a:r>
            <a:r>
              <a:rPr lang="de-CH" dirty="0"/>
              <a:t> </a:t>
            </a:r>
            <a:r>
              <a:rPr lang="de-CH" dirty="0" err="1"/>
              <a:t>happened</a:t>
            </a:r>
            <a:r>
              <a:rPr lang="de-CH" dirty="0"/>
              <a:t>. At </a:t>
            </a:r>
            <a:r>
              <a:rPr lang="de-CH" dirty="0" err="1"/>
              <a:t>the</a:t>
            </a:r>
            <a:r>
              <a:rPr lang="de-CH" dirty="0"/>
              <a:t> same time,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plot</a:t>
            </a:r>
            <a:r>
              <a:rPr lang="de-CH" dirty="0"/>
              <a:t> </a:t>
            </a:r>
            <a:r>
              <a:rPr lang="de-CH" dirty="0" err="1"/>
              <a:t>needs</a:t>
            </a:r>
            <a:r>
              <a:rPr lang="de-CH" dirty="0"/>
              <a:t> </a:t>
            </a:r>
            <a:r>
              <a:rPr lang="de-CH" dirty="0" err="1"/>
              <a:t>more</a:t>
            </a:r>
            <a:r>
              <a:rPr lang="de-CH" dirty="0"/>
              <a:t> </a:t>
            </a:r>
            <a:r>
              <a:rPr lang="de-CH" dirty="0" err="1"/>
              <a:t>explanation</a:t>
            </a:r>
            <a:r>
              <a:rPr lang="de-CH" dirty="0"/>
              <a:t> </a:t>
            </a:r>
            <a:r>
              <a:rPr lang="de-CH" dirty="0" err="1"/>
              <a:t>than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others</a:t>
            </a:r>
            <a:r>
              <a:rPr lang="de-CH" dirty="0"/>
              <a:t>, </a:t>
            </a:r>
            <a:r>
              <a:rPr lang="de-CH" dirty="0" err="1"/>
              <a:t>because</a:t>
            </a:r>
            <a:r>
              <a:rPr lang="de-CH" dirty="0"/>
              <a:t>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contains</a:t>
            </a:r>
            <a:r>
              <a:rPr lang="de-CH" dirty="0"/>
              <a:t> </a:t>
            </a:r>
            <a:r>
              <a:rPr lang="de-CH" dirty="0" err="1"/>
              <a:t>lines</a:t>
            </a:r>
            <a:r>
              <a:rPr lang="de-CH" dirty="0"/>
              <a:t>, </a:t>
            </a:r>
            <a:r>
              <a:rPr lang="de-CH" dirty="0" err="1"/>
              <a:t>zones</a:t>
            </a:r>
            <a:r>
              <a:rPr lang="de-CH" dirty="0"/>
              <a:t> and </a:t>
            </a:r>
            <a:r>
              <a:rPr lang="de-CH" dirty="0" err="1"/>
              <a:t>xG</a:t>
            </a:r>
            <a:r>
              <a:rPr lang="de-CH" dirty="0"/>
              <a:t> </a:t>
            </a:r>
            <a:r>
              <a:rPr lang="de-CH" dirty="0" err="1"/>
              <a:t>values</a:t>
            </a:r>
            <a:r>
              <a:rPr lang="de-CH" dirty="0"/>
              <a:t> at </a:t>
            </a:r>
            <a:r>
              <a:rPr lang="de-CH" dirty="0" err="1"/>
              <a:t>the</a:t>
            </a:r>
            <a:r>
              <a:rPr lang="de-CH" dirty="0"/>
              <a:t>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conclude</a:t>
            </a:r>
            <a:r>
              <a:rPr lang="de-CH" dirty="0"/>
              <a:t>,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project</a:t>
            </a:r>
            <a:r>
              <a:rPr lang="de-CH" dirty="0"/>
              <a:t> </a:t>
            </a:r>
            <a:r>
              <a:rPr lang="de-CH" dirty="0" err="1"/>
              <a:t>does</a:t>
            </a:r>
            <a:r>
              <a:rPr lang="de-CH" dirty="0"/>
              <a:t> not </a:t>
            </a:r>
            <a:r>
              <a:rPr lang="de-CH" dirty="0" err="1"/>
              <a:t>show</a:t>
            </a:r>
            <a:r>
              <a:rPr lang="de-CH" dirty="0"/>
              <a:t> </a:t>
            </a:r>
            <a:r>
              <a:rPr lang="de-CH" dirty="0" err="1"/>
              <a:t>one</a:t>
            </a:r>
            <a:r>
              <a:rPr lang="de-CH" dirty="0"/>
              <a:t> </a:t>
            </a:r>
            <a:r>
              <a:rPr lang="de-CH" dirty="0" err="1"/>
              <a:t>perfect</a:t>
            </a:r>
            <a:r>
              <a:rPr lang="de-CH" dirty="0"/>
              <a:t> </a:t>
            </a:r>
            <a:r>
              <a:rPr lang="de-CH" dirty="0" err="1"/>
              <a:t>tactic</a:t>
            </a:r>
            <a:r>
              <a:rPr lang="de-CH" dirty="0"/>
              <a:t>.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shows</a:t>
            </a:r>
            <a:r>
              <a:rPr lang="de-CH" dirty="0"/>
              <a:t> </a:t>
            </a:r>
            <a:r>
              <a:rPr lang="de-CH" dirty="0" err="1"/>
              <a:t>readable</a:t>
            </a:r>
            <a:r>
              <a:rPr lang="de-CH" dirty="0"/>
              <a:t> </a:t>
            </a:r>
            <a:r>
              <a:rPr lang="de-CH" dirty="0" err="1"/>
              <a:t>attacking</a:t>
            </a:r>
            <a:r>
              <a:rPr lang="de-CH" dirty="0"/>
              <a:t> </a:t>
            </a:r>
            <a:r>
              <a:rPr lang="de-CH" dirty="0" err="1"/>
              <a:t>patterns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World Cup </a:t>
            </a:r>
            <a:r>
              <a:rPr lang="de-CH" dirty="0" err="1"/>
              <a:t>data</a:t>
            </a:r>
            <a:r>
              <a:rPr lang="de-CH" dirty="0"/>
              <a:t>.</a:t>
            </a:r>
          </a:p>
          <a:p>
            <a:r>
              <a:rPr lang="de-CH" dirty="0"/>
              <a:t>The </a:t>
            </a:r>
            <a:r>
              <a:rPr lang="de-CH" dirty="0" err="1"/>
              <a:t>strongest</a:t>
            </a:r>
            <a:r>
              <a:rPr lang="de-CH" dirty="0"/>
              <a:t> </a:t>
            </a:r>
            <a:r>
              <a:rPr lang="de-CH" dirty="0" err="1"/>
              <a:t>takeaway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many</a:t>
            </a:r>
            <a:r>
              <a:rPr lang="de-CH" dirty="0"/>
              <a:t> </a:t>
            </a:r>
            <a:r>
              <a:rPr lang="de-CH" dirty="0" err="1"/>
              <a:t>shots</a:t>
            </a:r>
            <a:r>
              <a:rPr lang="de-CH" dirty="0"/>
              <a:t> and </a:t>
            </a:r>
            <a:r>
              <a:rPr lang="de-CH" dirty="0" err="1"/>
              <a:t>goals</a:t>
            </a:r>
            <a:r>
              <a:rPr lang="de-CH" dirty="0"/>
              <a:t> happen after </a:t>
            </a:r>
            <a:r>
              <a:rPr lang="de-CH" dirty="0" err="1"/>
              <a:t>only</a:t>
            </a:r>
            <a:r>
              <a:rPr lang="de-CH" dirty="0"/>
              <a:t> a </a:t>
            </a:r>
            <a:r>
              <a:rPr lang="de-CH" dirty="0" err="1"/>
              <a:t>few</a:t>
            </a:r>
            <a:r>
              <a:rPr lang="de-CH" dirty="0"/>
              <a:t> </a:t>
            </a:r>
            <a:r>
              <a:rPr lang="de-CH" dirty="0" err="1"/>
              <a:t>passes</a:t>
            </a:r>
            <a:r>
              <a:rPr lang="de-CH" dirty="0"/>
              <a:t>. But </a:t>
            </a:r>
            <a:r>
              <a:rPr lang="de-CH" dirty="0" err="1"/>
              <a:t>efficiency</a:t>
            </a:r>
            <a:r>
              <a:rPr lang="de-CH" dirty="0"/>
              <a:t> </a:t>
            </a:r>
            <a:r>
              <a:rPr lang="de-CH" dirty="0" err="1"/>
              <a:t>tells</a:t>
            </a:r>
            <a:r>
              <a:rPr lang="de-CH" dirty="0"/>
              <a:t> a </a:t>
            </a:r>
            <a:r>
              <a:rPr lang="de-CH" dirty="0" err="1"/>
              <a:t>slightly</a:t>
            </a:r>
            <a:r>
              <a:rPr lang="de-CH" dirty="0"/>
              <a:t> different </a:t>
            </a:r>
            <a:r>
              <a:rPr lang="de-CH" dirty="0" err="1"/>
              <a:t>story</a:t>
            </a:r>
            <a:r>
              <a:rPr lang="de-CH" dirty="0"/>
              <a:t>, </a:t>
            </a:r>
            <a:r>
              <a:rPr lang="de-CH" dirty="0" err="1"/>
              <a:t>because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4 </a:t>
            </a:r>
            <a:r>
              <a:rPr lang="de-CH" dirty="0" err="1"/>
              <a:t>to</a:t>
            </a:r>
            <a:r>
              <a:rPr lang="de-CH" dirty="0"/>
              <a:t> 6 pass </a:t>
            </a:r>
            <a:r>
              <a:rPr lang="de-CH" dirty="0" err="1"/>
              <a:t>category</a:t>
            </a:r>
            <a:r>
              <a:rPr lang="de-CH" dirty="0"/>
              <a:t> </a:t>
            </a:r>
            <a:r>
              <a:rPr lang="de-CH" dirty="0" err="1"/>
              <a:t>had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highest</a:t>
            </a:r>
            <a:r>
              <a:rPr lang="de-CH" dirty="0"/>
              <a:t> </a:t>
            </a:r>
            <a:r>
              <a:rPr lang="de-CH" dirty="0" err="1"/>
              <a:t>conversion</a:t>
            </a:r>
            <a:r>
              <a:rPr lang="de-CH" dirty="0"/>
              <a:t> rate in </a:t>
            </a:r>
            <a:r>
              <a:rPr lang="de-CH" dirty="0" err="1"/>
              <a:t>my</a:t>
            </a:r>
            <a:r>
              <a:rPr lang="de-CH" dirty="0"/>
              <a:t> </a:t>
            </a:r>
            <a:r>
              <a:rPr lang="de-CH" dirty="0" err="1"/>
              <a:t>analysis</a:t>
            </a:r>
            <a:r>
              <a:rPr lang="de-CH" dirty="0"/>
              <a:t>.</a:t>
            </a:r>
          </a:p>
          <a:p>
            <a:r>
              <a:rPr lang="de-CH" dirty="0"/>
              <a:t>Final-</a:t>
            </a:r>
            <a:r>
              <a:rPr lang="de-CH" dirty="0" err="1"/>
              <a:t>third</a:t>
            </a:r>
            <a:r>
              <a:rPr lang="de-CH" dirty="0"/>
              <a:t> </a:t>
            </a:r>
            <a:r>
              <a:rPr lang="de-CH" dirty="0" err="1"/>
              <a:t>entries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useful</a:t>
            </a:r>
            <a:r>
              <a:rPr lang="de-CH" dirty="0"/>
              <a:t> </a:t>
            </a:r>
            <a:r>
              <a:rPr lang="de-CH" dirty="0" err="1"/>
              <a:t>because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connect </a:t>
            </a:r>
            <a:r>
              <a:rPr lang="de-CH" dirty="0" err="1"/>
              <a:t>attacking</a:t>
            </a:r>
            <a:r>
              <a:rPr lang="de-CH" dirty="0"/>
              <a:t> </a:t>
            </a:r>
            <a:r>
              <a:rPr lang="de-CH" dirty="0" err="1"/>
              <a:t>movement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danger</a:t>
            </a:r>
            <a:r>
              <a:rPr lang="de-CH" dirty="0"/>
              <a:t>. Team </a:t>
            </a:r>
            <a:r>
              <a:rPr lang="de-CH" dirty="0" err="1"/>
              <a:t>directness</a:t>
            </a:r>
            <a:r>
              <a:rPr lang="de-CH" dirty="0"/>
              <a:t> </a:t>
            </a:r>
            <a:r>
              <a:rPr lang="de-CH" dirty="0" err="1"/>
              <a:t>should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read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playing</a:t>
            </a:r>
            <a:r>
              <a:rPr lang="de-CH" dirty="0"/>
              <a:t> style, not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team</a:t>
            </a:r>
            <a:r>
              <a:rPr lang="de-CH" dirty="0"/>
              <a:t> </a:t>
            </a:r>
            <a:r>
              <a:rPr lang="de-CH" dirty="0" err="1"/>
              <a:t>quality</a:t>
            </a:r>
            <a:r>
              <a:rPr lang="de-CH" dirty="0"/>
              <a:t>.</a:t>
            </a:r>
          </a:p>
          <a:p>
            <a:r>
              <a:rPr lang="de-CH" dirty="0"/>
              <a:t>From a design </a:t>
            </a:r>
            <a:r>
              <a:rPr lang="de-CH" dirty="0" err="1"/>
              <a:t>perspective</a:t>
            </a:r>
            <a:r>
              <a:rPr lang="de-CH" dirty="0"/>
              <a:t>,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evaluation</a:t>
            </a:r>
            <a:r>
              <a:rPr lang="de-CH" dirty="0"/>
              <a:t> </a:t>
            </a:r>
            <a:r>
              <a:rPr lang="de-CH" dirty="0" err="1"/>
              <a:t>confirmed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simple </a:t>
            </a:r>
            <a:r>
              <a:rPr lang="de-CH" dirty="0" err="1"/>
              <a:t>charts</a:t>
            </a:r>
            <a:r>
              <a:rPr lang="de-CH" dirty="0"/>
              <a:t> </a:t>
            </a:r>
            <a:r>
              <a:rPr lang="de-CH" dirty="0" err="1"/>
              <a:t>were</a:t>
            </a:r>
            <a:r>
              <a:rPr lang="de-CH" dirty="0"/>
              <a:t> </a:t>
            </a:r>
            <a:r>
              <a:rPr lang="de-CH" dirty="0" err="1"/>
              <a:t>understood</a:t>
            </a:r>
            <a:r>
              <a:rPr lang="de-CH" dirty="0"/>
              <a:t> </a:t>
            </a:r>
            <a:r>
              <a:rPr lang="de-CH" dirty="0" err="1"/>
              <a:t>faster</a:t>
            </a:r>
            <a:r>
              <a:rPr lang="de-CH" dirty="0"/>
              <a:t>. The </a:t>
            </a:r>
            <a:r>
              <a:rPr lang="de-CH" dirty="0" err="1"/>
              <a:t>more</a:t>
            </a:r>
            <a:r>
              <a:rPr lang="de-CH" dirty="0"/>
              <a:t> </a:t>
            </a:r>
            <a:r>
              <a:rPr lang="de-CH" dirty="0" err="1"/>
              <a:t>detailed</a:t>
            </a:r>
            <a:r>
              <a:rPr lang="de-CH" dirty="0"/>
              <a:t> Spain </a:t>
            </a:r>
            <a:r>
              <a:rPr lang="de-CH" dirty="0" err="1"/>
              <a:t>plot</a:t>
            </a:r>
            <a:r>
              <a:rPr lang="de-CH" dirty="0"/>
              <a:t> was </a:t>
            </a:r>
            <a:r>
              <a:rPr lang="de-CH" dirty="0" err="1"/>
              <a:t>interesting</a:t>
            </a:r>
            <a:r>
              <a:rPr lang="de-CH" dirty="0"/>
              <a:t>, but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needed</a:t>
            </a:r>
            <a:r>
              <a:rPr lang="de-CH" dirty="0"/>
              <a:t> a </a:t>
            </a:r>
            <a:r>
              <a:rPr lang="de-CH" dirty="0" err="1"/>
              <a:t>clearer</a:t>
            </a:r>
            <a:r>
              <a:rPr lang="de-CH" dirty="0"/>
              <a:t> </a:t>
            </a:r>
            <a:r>
              <a:rPr lang="de-CH" dirty="0" err="1"/>
              <a:t>explanation</a:t>
            </a:r>
            <a:r>
              <a:rPr lang="de-CH" dirty="0"/>
              <a:t>.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why</a:t>
            </a:r>
            <a:r>
              <a:rPr lang="de-CH" dirty="0"/>
              <a:t> I </a:t>
            </a:r>
            <a:r>
              <a:rPr lang="de-CH" dirty="0" err="1"/>
              <a:t>focused</a:t>
            </a:r>
            <a:r>
              <a:rPr lang="de-CH" dirty="0"/>
              <a:t> on simple </a:t>
            </a:r>
            <a:r>
              <a:rPr lang="de-CH" dirty="0" err="1"/>
              <a:t>comparisons</a:t>
            </a:r>
            <a:r>
              <a:rPr lang="de-CH" dirty="0"/>
              <a:t>, </a:t>
            </a:r>
            <a:r>
              <a:rPr lang="de-CH" dirty="0" err="1"/>
              <a:t>readable</a:t>
            </a:r>
            <a:r>
              <a:rPr lang="de-CH" dirty="0"/>
              <a:t> </a:t>
            </a:r>
            <a:r>
              <a:rPr lang="de-CH" dirty="0" err="1"/>
              <a:t>labels</a:t>
            </a:r>
            <a:r>
              <a:rPr lang="de-CH" dirty="0"/>
              <a:t> and </a:t>
            </a:r>
            <a:r>
              <a:rPr lang="de-CH" dirty="0" err="1"/>
              <a:t>careful</a:t>
            </a:r>
            <a:r>
              <a:rPr lang="de-CH" dirty="0"/>
              <a:t> </a:t>
            </a:r>
            <a:r>
              <a:rPr lang="de-CH" dirty="0" err="1"/>
              <a:t>wording</a:t>
            </a:r>
            <a:r>
              <a:rPr lang="de-CH" dirty="0"/>
              <a:t>.</a:t>
            </a:r>
          </a:p>
          <a:p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amateur</a:t>
            </a:r>
            <a:r>
              <a:rPr lang="de-CH" dirty="0"/>
              <a:t> </a:t>
            </a:r>
            <a:r>
              <a:rPr lang="de-CH" dirty="0" err="1"/>
              <a:t>coaches</a:t>
            </a:r>
            <a:r>
              <a:rPr lang="de-CH" dirty="0"/>
              <a:t>,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value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practical</a:t>
            </a:r>
            <a:r>
              <a:rPr lang="de-CH" dirty="0"/>
              <a:t>. These </a:t>
            </a:r>
            <a:r>
              <a:rPr lang="de-CH" dirty="0" err="1"/>
              <a:t>plots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support </a:t>
            </a:r>
            <a:r>
              <a:rPr lang="de-CH" dirty="0" err="1"/>
              <a:t>training</a:t>
            </a:r>
            <a:r>
              <a:rPr lang="de-CH" dirty="0"/>
              <a:t> </a:t>
            </a:r>
            <a:r>
              <a:rPr lang="de-CH" dirty="0" err="1"/>
              <a:t>questions</a:t>
            </a:r>
            <a:r>
              <a:rPr lang="de-CH" dirty="0"/>
              <a:t>,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example</a:t>
            </a:r>
            <a:r>
              <a:rPr lang="de-CH" dirty="0"/>
              <a:t>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create</a:t>
            </a:r>
            <a:r>
              <a:rPr lang="de-CH" dirty="0"/>
              <a:t> </a:t>
            </a:r>
            <a:r>
              <a:rPr lang="de-CH" dirty="0" err="1"/>
              <a:t>faster</a:t>
            </a:r>
            <a:r>
              <a:rPr lang="de-CH" dirty="0"/>
              <a:t> </a:t>
            </a:r>
            <a:r>
              <a:rPr lang="de-CH" dirty="0" err="1"/>
              <a:t>attacks</a:t>
            </a:r>
            <a:r>
              <a:rPr lang="de-CH" dirty="0"/>
              <a:t>,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enter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final </a:t>
            </a:r>
            <a:r>
              <a:rPr lang="de-CH" dirty="0" err="1"/>
              <a:t>third</a:t>
            </a:r>
            <a:r>
              <a:rPr lang="de-CH" dirty="0"/>
              <a:t> and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turn </a:t>
            </a:r>
            <a:r>
              <a:rPr lang="de-CH" dirty="0" err="1"/>
              <a:t>entries</a:t>
            </a:r>
            <a:r>
              <a:rPr lang="de-CH" dirty="0"/>
              <a:t> </a:t>
            </a:r>
            <a:r>
              <a:rPr lang="de-CH" dirty="0" err="1"/>
              <a:t>into</a:t>
            </a:r>
            <a:r>
              <a:rPr lang="de-CH" dirty="0"/>
              <a:t> </a:t>
            </a:r>
            <a:r>
              <a:rPr lang="de-CH" dirty="0" err="1"/>
              <a:t>better</a:t>
            </a:r>
            <a:r>
              <a:rPr lang="de-CH" dirty="0"/>
              <a:t> </a:t>
            </a:r>
            <a:r>
              <a:rPr lang="de-CH" dirty="0" err="1"/>
              <a:t>chances</a:t>
            </a:r>
            <a:r>
              <a:rPr lang="de-CH" dirty="0"/>
              <a:t>.</a:t>
            </a:r>
          </a:p>
          <a:p>
            <a:r>
              <a:rPr lang="de-CH" dirty="0" err="1"/>
              <a:t>Thank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. I am happy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answer</a:t>
            </a:r>
            <a:r>
              <a:rPr lang="de-CH" dirty="0"/>
              <a:t> </a:t>
            </a:r>
            <a:r>
              <a:rPr lang="de-CH" dirty="0" err="1"/>
              <a:t>your</a:t>
            </a:r>
            <a:r>
              <a:rPr lang="de-CH" dirty="0"/>
              <a:t> </a:t>
            </a:r>
            <a:r>
              <a:rPr lang="de-CH" dirty="0" err="1"/>
              <a:t>questions</a:t>
            </a:r>
            <a:r>
              <a:rPr lang="de-CH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8F2F"/>
          </a:solidFill>
          <a:ln w="12700">
            <a:solidFill>
              <a:srgbClr val="2F8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858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F2F"/>
                </a:solidFill>
              </a:rPr>
              <a:t>FUNDAMENTALS OF DATA VISUALIZATION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23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Attack patterns from the</a:t>
            </a:r>
            <a:endParaRPr lang="en-US" sz="3400" dirty="0"/>
          </a:p>
          <a:p>
            <a:r>
              <a:rPr lang="en-US" sz="3400" b="1" dirty="0">
                <a:solidFill>
                  <a:srgbClr val="1723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World Cup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63"/>
                </a:solidFill>
              </a:rPr>
              <a:t>Using event data to turn professional match patterns into simple training ideas for amateur coaches.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" y="349300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5661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Dataset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3080" y="354787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31A"/>
                </a:solidFill>
              </a:rPr>
              <a:t>StatsBomb FIFA World Cup 2022 event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397764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2F8F2F"/>
          </a:solidFill>
          <a:ln w="12700">
            <a:solidFill>
              <a:srgbClr val="2F8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05079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Focus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40325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31A"/>
                </a:solidFill>
              </a:rPr>
              <a:t>Regular shots, build-up length, final-third entries and chance quality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868680"/>
            <a:ext cx="5074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541324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1792" y="6080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31A"/>
                </a:solidFill>
              </a:rPr>
              <a:t>Emircan Bagcivan</a:t>
            </a:r>
            <a:endParaRPr lang="en-US" sz="1200" dirty="0"/>
          </a:p>
        </p:txBody>
      </p:sp>
      <p:pic>
        <p:nvPicPr>
          <p:cNvPr id="19" name="Grafik 18" descr="Is it Soccer or Football? The History of the Sport">
            <a:extLst>
              <a:ext uri="{FF2B5EF4-FFF2-40B4-BE49-F238E27FC236}">
                <a16:creationId xmlns:a16="http://schemas.microsoft.com/office/drawing/2014/main" id="{ADAF96E2-B361-4728-04C2-34A2D2A3A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199" y="1495043"/>
            <a:ext cx="4633322" cy="30906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3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research goal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9050">
            <a:solidFill>
              <a:srgbClr val="2F8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3"/>
                </a:solidFill>
              </a:rPr>
              <a:t>What I analysed and why it matters for the target audience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1358154" cy="4480560"/>
          </a:xfrm>
          <a:prstGeom prst="roundRect">
            <a:avLst/>
          </a:prstGeom>
          <a:solidFill>
            <a:srgbClr val="E8F2E1"/>
          </a:solidFill>
          <a:ln w="12700">
            <a:solidFill>
              <a:srgbClr val="D3E5CA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F2F"/>
                </a:solidFill>
              </a:rPr>
              <a:t>Research question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79" y="2011680"/>
            <a:ext cx="10966269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de-CH" sz="2000" dirty="0" err="1"/>
              <a:t>Which</a:t>
            </a:r>
            <a:r>
              <a:rPr lang="de-CH" sz="2000" dirty="0"/>
              <a:t> simple </a:t>
            </a:r>
            <a:r>
              <a:rPr lang="de-CH" sz="2000" dirty="0" err="1"/>
              <a:t>attacking</a:t>
            </a:r>
            <a:r>
              <a:rPr lang="de-CH" sz="2000" dirty="0"/>
              <a:t> </a:t>
            </a:r>
            <a:r>
              <a:rPr lang="de-CH" sz="2000" dirty="0" err="1"/>
              <a:t>patterns</a:t>
            </a:r>
            <a:r>
              <a:rPr lang="de-CH" sz="2000" dirty="0"/>
              <a:t> </a:t>
            </a:r>
            <a:r>
              <a:rPr lang="de-CH" sz="2000" dirty="0" err="1"/>
              <a:t>from</a:t>
            </a:r>
            <a:r>
              <a:rPr lang="de-CH" sz="2000" dirty="0"/>
              <a:t> </a:t>
            </a:r>
            <a:r>
              <a:rPr lang="de-CH" sz="2000" dirty="0" err="1"/>
              <a:t>the</a:t>
            </a:r>
            <a:r>
              <a:rPr lang="de-CH" sz="2000" dirty="0"/>
              <a:t> World Cup </a:t>
            </a:r>
            <a:r>
              <a:rPr lang="de-CH" sz="2000" dirty="0" err="1"/>
              <a:t>can</a:t>
            </a:r>
            <a:r>
              <a:rPr lang="de-CH" sz="2000" dirty="0"/>
              <a:t> </a:t>
            </a:r>
            <a:r>
              <a:rPr lang="de-CH" sz="2000" dirty="0" err="1"/>
              <a:t>amateur</a:t>
            </a:r>
            <a:r>
              <a:rPr lang="de-CH" sz="2000" dirty="0"/>
              <a:t> </a:t>
            </a:r>
            <a:r>
              <a:rPr lang="de-CH" sz="2000" dirty="0" err="1"/>
              <a:t>coaches</a:t>
            </a:r>
            <a:r>
              <a:rPr lang="de-CH" sz="2000" dirty="0"/>
              <a:t> </a:t>
            </a:r>
            <a:r>
              <a:rPr lang="de-CH" sz="2000" dirty="0" err="1"/>
              <a:t>implement</a:t>
            </a:r>
            <a:r>
              <a:rPr lang="de-CH" sz="2000" dirty="0"/>
              <a:t> in real match </a:t>
            </a:r>
            <a:r>
              <a:rPr lang="de-CH" sz="2000" dirty="0" err="1"/>
              <a:t>situations</a:t>
            </a:r>
            <a:r>
              <a:rPr lang="de-CH" sz="2000" dirty="0"/>
              <a:t>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07408" y="531396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1783080"/>
            <a:ext cx="38404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9052560" y="1600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52560" y="21488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427939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2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B88D5247-75B4-5AE4-1983-A6F986894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00" y="2946105"/>
            <a:ext cx="3688925" cy="240313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263C3AF-7F8E-5268-859C-AC7CA8441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42421"/>
            <a:ext cx="4642541" cy="28811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3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Many shots come after short build-ups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9050">
            <a:solidFill>
              <a:srgbClr val="2F8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3"/>
                </a:solidFill>
              </a:rPr>
              <a:t>Volume and efficiency tell slightly different stories</a:t>
            </a:r>
            <a:endParaRPr lang="en-US" sz="1050" dirty="0"/>
          </a:p>
        </p:txBody>
      </p:sp>
      <p:pic>
        <p:nvPicPr>
          <p:cNvPr id="6" name="Image 0" descr="/mnt/data/01_build_up_volume_and_goals(1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" y="1225296"/>
            <a:ext cx="5623560" cy="3703320"/>
          </a:xfrm>
          <a:prstGeom prst="rect">
            <a:avLst/>
          </a:prstGeom>
        </p:spPr>
      </p:pic>
      <p:pic>
        <p:nvPicPr>
          <p:cNvPr id="7" name="Image 1" descr="/mnt/data/02_build_up_efficiency_conversion_xg(1)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197864"/>
            <a:ext cx="5532120" cy="3703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3232" y="5166360"/>
            <a:ext cx="10835640" cy="82296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D8D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0120" y="5376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8F2F"/>
                </a:solidFill>
              </a:rPr>
              <a:t>Main insight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103120" y="5340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31A"/>
                </a:solidFill>
              </a:rPr>
              <a:t>0-3 passes produced the most regular shots and goals, but the 4-6 pass category had the highest goal conversion rate in this dataset.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3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study Spain final third entries and chance quality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9050">
            <a:solidFill>
              <a:srgbClr val="2F8F2F"/>
            </a:solidFill>
            <a:prstDash val="solid"/>
          </a:ln>
        </p:spPr>
      </p:sp>
      <p:pic>
        <p:nvPicPr>
          <p:cNvPr id="6" name="Image 0" descr="/mnt/data/07_spain_final_third_entries_for(1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372" y="1143000"/>
            <a:ext cx="731520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1143000"/>
            <a:ext cx="29718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1A"/>
                </a:solidFill>
              </a:rPr>
              <a:t>How to read it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732520" y="1920240"/>
            <a:ext cx="233172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80" dirty="0">
                <a:solidFill>
                  <a:srgbClr val="17231A"/>
                </a:solidFill>
              </a:rPr>
              <a:t>Lines connect the entry to the following shot</a:t>
            </a:r>
            <a:endParaRPr lang="en-US" sz="1380" dirty="0"/>
          </a:p>
          <a:p>
            <a:r>
              <a:rPr lang="en-US" sz="1380" dirty="0">
                <a:solidFill>
                  <a:srgbClr val="17231A"/>
                </a:solidFill>
              </a:rPr>
              <a:t>Darker green zones mean more total xG</a:t>
            </a:r>
            <a:endParaRPr lang="en-US" sz="1380" dirty="0"/>
          </a:p>
          <a:p>
            <a:r>
              <a:rPr lang="en-US" sz="1380" dirty="0">
                <a:solidFill>
                  <a:srgbClr val="17231A"/>
                </a:solidFill>
              </a:rPr>
              <a:t>xG = expected goals, a measure of chance quality</a:t>
            </a:r>
            <a:endParaRPr lang="en-US" sz="1380" dirty="0"/>
          </a:p>
          <a:p>
            <a:r>
              <a:rPr lang="en-US" sz="1380" dirty="0">
                <a:solidFill>
                  <a:srgbClr val="17231A"/>
                </a:solidFill>
              </a:rPr>
              <a:t>Spain created many entries from the right side in this example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3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9050">
            <a:solidFill>
              <a:srgbClr val="2F8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3"/>
                </a:solidFill>
              </a:rPr>
              <a:t>What amateur coaches can take from the project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280160"/>
            <a:ext cx="10469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F2F"/>
                </a:solidFill>
              </a:rPr>
              <a:t>Main takeaway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148840"/>
            <a:ext cx="9555480" cy="999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de-CH" sz="2400" b="1" dirty="0"/>
              <a:t>The </a:t>
            </a:r>
            <a:r>
              <a:rPr lang="de-CH" sz="2400" b="1" dirty="0" err="1"/>
              <a:t>data</a:t>
            </a:r>
            <a:r>
              <a:rPr lang="de-CH" sz="2400" b="1" dirty="0"/>
              <a:t> </a:t>
            </a:r>
            <a:r>
              <a:rPr lang="de-CH" sz="2400" b="1" dirty="0" err="1"/>
              <a:t>does</a:t>
            </a:r>
            <a:r>
              <a:rPr lang="de-CH" sz="2400" b="1" dirty="0"/>
              <a:t> not </a:t>
            </a:r>
            <a:r>
              <a:rPr lang="de-CH" sz="2400" b="1" dirty="0" err="1"/>
              <a:t>reveal</a:t>
            </a:r>
            <a:r>
              <a:rPr lang="de-CH" sz="2400" b="1" dirty="0"/>
              <a:t> </a:t>
            </a:r>
            <a:r>
              <a:rPr lang="de-CH" sz="2400" b="1" dirty="0" err="1"/>
              <a:t>one</a:t>
            </a:r>
            <a:r>
              <a:rPr lang="de-CH" sz="2400" b="1" dirty="0"/>
              <a:t> </a:t>
            </a:r>
            <a:r>
              <a:rPr lang="de-CH" sz="2400" b="1" dirty="0" err="1"/>
              <a:t>perfect</a:t>
            </a:r>
            <a:r>
              <a:rPr lang="de-CH" sz="2400" b="1" dirty="0"/>
              <a:t> </a:t>
            </a:r>
            <a:r>
              <a:rPr lang="de-CH" sz="2400" b="1" dirty="0" err="1"/>
              <a:t>tactic</a:t>
            </a:r>
            <a:r>
              <a:rPr lang="de-CH" sz="2400" b="1" dirty="0"/>
              <a:t>. </a:t>
            </a:r>
            <a:r>
              <a:rPr lang="de-CH" sz="2400" b="1" dirty="0" err="1"/>
              <a:t>It</a:t>
            </a:r>
            <a:r>
              <a:rPr lang="de-CH" sz="2400" b="1" dirty="0"/>
              <a:t> </a:t>
            </a:r>
            <a:r>
              <a:rPr lang="de-CH" sz="2400" b="1" dirty="0" err="1"/>
              <a:t>shows</a:t>
            </a:r>
            <a:r>
              <a:rPr lang="de-CH" sz="2400" b="1" dirty="0"/>
              <a:t> simple </a:t>
            </a:r>
            <a:r>
              <a:rPr lang="de-CH" sz="2400" b="1" dirty="0" err="1"/>
              <a:t>attacking</a:t>
            </a:r>
            <a:r>
              <a:rPr lang="de-CH" sz="2400" b="1" dirty="0"/>
              <a:t> </a:t>
            </a:r>
            <a:r>
              <a:rPr lang="de-CH" sz="2400" b="1" dirty="0" err="1"/>
              <a:t>patterns</a:t>
            </a:r>
            <a:r>
              <a:rPr lang="de-CH" sz="2400" b="1" dirty="0"/>
              <a:t> </a:t>
            </a:r>
            <a:r>
              <a:rPr lang="de-CH" sz="2400" b="1" dirty="0" err="1"/>
              <a:t>that</a:t>
            </a:r>
            <a:r>
              <a:rPr lang="de-CH" sz="2400" b="1" dirty="0"/>
              <a:t> </a:t>
            </a:r>
            <a:r>
              <a:rPr lang="de-CH" sz="2400" b="1" dirty="0" err="1"/>
              <a:t>amateur</a:t>
            </a:r>
            <a:r>
              <a:rPr lang="de-CH" sz="2400" b="1" dirty="0"/>
              <a:t> </a:t>
            </a:r>
            <a:r>
              <a:rPr lang="de-CH" sz="2400" b="1" dirty="0" err="1"/>
              <a:t>coaches</a:t>
            </a:r>
            <a:r>
              <a:rPr lang="de-CH" sz="2400" b="1" dirty="0"/>
              <a:t> </a:t>
            </a:r>
            <a:r>
              <a:rPr lang="de-CH" sz="2400" b="1" dirty="0" err="1"/>
              <a:t>can</a:t>
            </a:r>
            <a:r>
              <a:rPr lang="de-CH" sz="2400" b="1" dirty="0"/>
              <a:t> </a:t>
            </a:r>
            <a:r>
              <a:rPr lang="de-CH" sz="2400" b="1" dirty="0" err="1"/>
              <a:t>understand</a:t>
            </a:r>
            <a:r>
              <a:rPr lang="de-CH" sz="2400" b="1" dirty="0"/>
              <a:t>, </a:t>
            </a:r>
            <a:r>
              <a:rPr lang="de-CH" sz="2400" b="1" dirty="0" err="1"/>
              <a:t>adapt</a:t>
            </a:r>
            <a:r>
              <a:rPr lang="de-CH" sz="2400" b="1" dirty="0"/>
              <a:t>, and </a:t>
            </a:r>
            <a:r>
              <a:rPr lang="de-CH" sz="2400" b="1" dirty="0" err="1"/>
              <a:t>implement</a:t>
            </a:r>
            <a:r>
              <a:rPr lang="de-CH" sz="2400" b="1" dirty="0"/>
              <a:t> in real match </a:t>
            </a:r>
            <a:r>
              <a:rPr lang="de-CH" sz="2400" b="1" dirty="0" err="1"/>
              <a:t>situations</a:t>
            </a:r>
            <a:r>
              <a:rPr lang="de-CH" sz="2400" b="1" dirty="0"/>
              <a:t>.</a:t>
            </a:r>
            <a:endParaRPr lang="en-US" sz="2400" b="1" dirty="0"/>
          </a:p>
        </p:txBody>
      </p:sp>
      <p:sp>
        <p:nvSpPr>
          <p:cNvPr id="9" name="Text 7"/>
          <p:cNvSpPr/>
          <p:nvPr/>
        </p:nvSpPr>
        <p:spPr>
          <a:xfrm>
            <a:off x="1417320" y="3063240"/>
            <a:ext cx="90982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2743200" y="5806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8F2F"/>
                </a:solidFill>
              </a:rPr>
              <a:t>Thank you. I am happy to answer your questions.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Microsoft Office PowerPoint</Application>
  <PresentationFormat>Breitbild</PresentationFormat>
  <Paragraphs>55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Aptos Display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FHNW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Attack Patterns from the 2022 FIFA World Cup</dc:title>
  <dc:subject>GDV Final Pitch</dc:subject>
  <dc:creator>Emir Can</dc:creator>
  <cp:lastModifiedBy>BK KÄLTE BAGCIVAN</cp:lastModifiedBy>
  <cp:revision>5</cp:revision>
  <dcterms:created xsi:type="dcterms:W3CDTF">2026-05-28T20:16:59Z</dcterms:created>
  <dcterms:modified xsi:type="dcterms:W3CDTF">2026-05-29T08:55:30Z</dcterms:modified>
</cp:coreProperties>
</file>